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HR &amp; People Analytics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Case Study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Attrition Analysis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Problem, Tools Used, Key Insights, and Business Impact.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Recruitment Pipeline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Problem, Tools Used, Key Insights, and Business Impact.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Performance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Problem, Tools Used, Key Insights, and Business Impact.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Service Performance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Problem, Tools Used, Key Insights, and Business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Workforce Capacity Planning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Problem, Tools Used, Key Insights, and Business Impact.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Predictive Attrition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Problem, Tools Used, Key Insights, and Business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Project Presentation Deck</dc:title>
  <dc:subject>HR &amp; People Analytics portfolio presentation</dc:subject>
  <dc:creator>Olajumoke Medunoye</dc:creator>
  <cp:keywords/>
  <dc:description/>
  <cp:lastModifiedBy>Olajumoke Medunoye</cp:lastModifiedBy>
  <cp:revision>1</cp:revision>
  <dcterms:created xsi:type="dcterms:W3CDTF">2013-01-27T09:14:16Z</dcterms:created>
  <dcterms:modified xsi:type="dcterms:W3CDTF">2026-09-10T09:32:20Z</dcterms:modified>
  <cp:category/>
</cp:coreProperties>
</file>